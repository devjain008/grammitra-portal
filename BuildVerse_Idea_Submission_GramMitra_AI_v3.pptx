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7253C0"/>
                </a:solidFill>
              </a:defRPr>
            </a:pPr>
            <a:r>
              <a:t>GramMitra AI</a:t>
            </a:r>
          </a:p>
          <a:p>
            <a:pPr>
              <a:spcBef>
                <a:spcPts val="1000"/>
              </a:spcBef>
              <a:defRPr sz="1600" i="1">
                <a:solidFill>
                  <a:srgbClr val="212121"/>
                </a:solidFill>
              </a:defRPr>
            </a:pPr>
            <a:r>
              <a:t>Voice-Enabled Rural Upliftment &amp; Localized Development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53035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7253C0"/>
                </a:solidFill>
              </a:defRPr>
            </a:pPr>
            <a:r>
              <a:t>TEAM DETAILS :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Name - </a:t>
            </a:r>
            <a:r>
              <a:rPr b="0">
                <a:solidFill>
                  <a:srgbClr val="212121"/>
                </a:solidFill>
              </a:rPr>
              <a:t>Innovators / GramMitra Creators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Theme - </a:t>
            </a:r>
            <a:r>
              <a:rPr b="0">
                <a:solidFill>
                  <a:srgbClr val="212121"/>
                </a:solidFill>
              </a:rPr>
              <a:t>Deep Tech for Rural &amp; Social Impact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Tracks - </a:t>
            </a:r>
            <a:r>
              <a:rPr b="0">
                <a:solidFill>
                  <a:srgbClr val="212121"/>
                </a:solidFill>
              </a:rPr>
              <a:t>Web/App Development, AI/ML, Accessibility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Project Name - </a:t>
            </a:r>
            <a:r>
              <a:rPr b="0">
                <a:solidFill>
                  <a:srgbClr val="212121"/>
                </a:solidFill>
              </a:rPr>
              <a:t>GramMitra AI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Leader - </a:t>
            </a:r>
            <a:r>
              <a:rPr b="0">
                <a:solidFill>
                  <a:srgbClr val="212121"/>
                </a:solidFill>
              </a:rPr>
              <a:t>Team Leader Name (Edit here)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College Name - </a:t>
            </a:r>
            <a:r>
              <a:rPr b="0">
                <a:solidFill>
                  <a:srgbClr val="212121"/>
                </a:solidFill>
              </a:rPr>
              <a:t>LNCT Group of Colleges, Bhopal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PROBLEM STATEMENT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7253C0"/>
                </a:solidFill>
              </a:defRPr>
            </a:pPr>
            <a:r>
              <a:t>Rural Digital Exclusion &amp; Literacy Gaps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Dialect &amp; Literacy Barriers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More than 70% of the rural Indian population communicates exclusively in local regional languages. Standard MERN portals require typing in English, making them highly intimidating and unusable.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Information Disconnection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Essential services (crop diagnostics, soil analysis, transport networks, hospital directories, local handymen, government schemes) are split across dozens of heavy, non-mobile friendly web links.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Economic Exploitation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Micro-merchants and farmers lack a simple localized marketplace (Mandi) to list their stock, subjecting them to high commissions and pricing pressure by middlemen.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737360"/>
            <a:ext cx="4572000" cy="402336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7253C0"/>
                </a:solidFill>
              </a:defRPr>
            </a:pPr>
            <a:r>
              <a:t>THE URGENT NEED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highly inclusive voice assistant that understands spoken dialects (Hindi &amp; English), supporting illiterate and senior citizens.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unified directory mapping nearest hospitals, schools, and handymen (electricians, mechanics, drivers) directly to their village profile.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zero-commission mobile marketplace where local buyers and sellers connect instantly, keeping revenues inside the village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PROPOSED SOLUTION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253C0"/>
                </a:solidFill>
              </a:defRPr>
            </a:pPr>
            <a:r>
              <a:t>GramMitra AI: A Single Conversational Access Point</a:t>
            </a:r>
          </a:p>
          <a:p>
            <a:pPr>
              <a:defRPr sz="1300" i="1">
                <a:solidFill>
                  <a:srgbClr val="E040FB"/>
                </a:solidFill>
              </a:defRPr>
            </a:pPr>
            <a:r>
              <a:t>Consolidating agriculture, retail, directories, and labor services into one beautiful web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Conversational Voice Assistant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Our primary innovation. Leverages standard HTML5 browser-native Web Speech API (STT &amp; TTS) alongside Google Gemini 2.5 Flash to provide high-quality bilingual (Hindi/English) voice replies. Zero API transcription runtime cost! Displays dynamic local cards instantly based on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Direct Mandi &amp; Labor Registry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A commission-free local marketplace. Farmers and shopkeepers can open virtual shops and list produce directly to buyers. A localized skilled labor registry lets villagers easily hire local handymen (electricians, mechanics, plumbers) and view work listings.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Dynamic Amenities Locator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Integrates full village infrastructure profiles. Automatically returns localized services (distance to nearest hospitals, school medium, and local school directories) via conversational query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Robust, Secure &amp; Multi-Tier MERN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Presentation Layer (Vite &amp; React)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201168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Frontend interface rendering visual states with Framer Motion. Uses a root-level Portal for the Voice Assistant to ensure floating alignment. Combines HTML5 Web Speech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1752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Core (Node.js &amp; Express)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301752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Bridges communication requests. Directs requests locally to MongoDB for known directories (e.g. hospitals, schools) and routes general vernacular advice requests to Gemini.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02336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Core (Gemini 2.5 Flash)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402336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Google Gemini 2.5 Flash API. Secured server-side via Node environment configurations. Processes raw transcripts in Hindi and English, producing dynamic responsive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2920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Persistence Layer (MongoDB Atlas)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02920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Standard Mongoose schemas for village profiles, hospitals/schools directory lists, mandi trade product cards, job boards, and cataloged government schemes.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PROCESS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Voice Assistant Processing &amp; Routing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1. Mic Input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Villager taps the mic in the top navbar and speaks in their native tongue (Hindi or English).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2. Transcribe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Browser's Web Speech API instantly transcribes audio input to raw text offline on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3. Query Parser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Express backend parses text to identify key intent (e.g. 'hospital', 'farmer', 'mandi').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4. Local Lookup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directory-bound, queries localized MongoDB village directories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5. General Query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general advice, sends prompts through Gemini 2.5 Flash secure backend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6. Synthesize (TTS)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Card output renders on the screen, while Speech Synthesis speaks the answer out loud.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IMPLEMENTATION METHODOLOGY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Implementation Roadmap (10-Week Deployment)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1 - Research &amp; Local Database Seeding (W1-2)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Establish normalized schemas and seed localized infrastructure directories (district schools, healthcare networks, village workers).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2 - Core MERN Platform Development (W3-5)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Design and construct primary modules including Mandi marketplace, labor directories, and government schemes catalog.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3 - Vernacular Voice &amp; AI Integration (W6-8)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Implement Web Speech STT/TTS modules and secure server-side Gemini 2.5 Flash coordinators with fallback filters.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4 - Field Testing &amp; Public Deployment (W9-10)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Test directly with village focus groups, optimize speech parameters, and launch the platform publicly.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297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FEASIBILITY ANALYSIS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Technical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HTML5 Speech API holds universal, offline-capable support on Chrome/Edge browsers (desktop and mobile), minimizing server load and latency.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Economic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By routing simple commands locally and relying on Gemini's highly optimized, free-tier services, operational and API transcription costs are close to zero.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Social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Designed specifically for accessibility: spoken outputs in Hindi/English remove literacy barriers, making digital tools practical for all villagers.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WORKING PROTOTYPE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Widescreen Showcase of Core Prototype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Bilingual Voice Assistant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Sliding glassmorphic drawer rendered securely via portal. Features real-time voice inputs, visual audio wave pulses, mute controls, history clearing, and dynamic, collapsible suggestion chips containing quick prompts based on the current page route with a down arrow for hiding.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Farmer AI Advisor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Custom farming diagnostics page combining local daily weather forecasts, crop advisory metrics, and dynamic soil recommendation calculations in simple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Mandi Trade Marketplace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A fully functional marketplace allowing farmers to list crop stock, set direct trade prices, upload item descriptions, and chat without commission cuts.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Amenities &amp; Local Directories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Full map directories of Government and Private schools (and instruction mediums), healthcare hospitals (and bed counts), and village skilled handymen.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74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253C0"/>
                </a:solidFill>
                <a:latin typeface="Arial"/>
              </a:defRPr>
            </a:pPr>
            <a:r>
              <a:t>SOCIAL IMPACT &amp;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Direct Upliftment &amp; Multi-Dimensional Empowerment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Financial Empowerment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Eliminates mandi middleman pricing exploitation. Farmers and rural micro-businesses keep 100% of their trade revenues. Directly links skilled handymen to localized employment vacancies.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Inclusivity &amp; Accessibility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Democratizes artificial intelligence for non-literate, elderly, and visually impaired villagers. Standardizes native voice control in Hindi, bringing AI to the grassroots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Informed Rural Healthcare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Ensures immediate, localized, and actionable healthcare info, providing rapid symptom diagnostics and mapping distances to nearest hospital bed facilities in emergencies.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